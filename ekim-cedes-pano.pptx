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4572000" cy="4572000"/>
          </a:xfrm>
          <a:prstGeom prst="ellipse">
            <a:avLst/>
          </a:prstGeom>
          <a:solidFill>
            <a:srgbClr val="F96167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029200"/>
            <a:ext cx="3657600" cy="3657600"/>
          </a:xfrm>
          <a:prstGeom prst="ellipse">
            <a:avLst/>
          </a:prstGeom>
          <a:solidFill>
            <a:srgbClr val="F9E795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ÇEDES DEĞERLER PANOSU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EKIM AYI  •  SAYGI • ESTETİK • MÜTEVAZILIK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2025 - 2026 Eğitim Öğretim Yılı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🙏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SAYGI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Büyüklerimize ve Arkadaşlarımıza Saygı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29 Eyl - 03 Ekim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"Saygı, küçük bir selamla başlar."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Büyüklerimize nazik konuşuruz.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Konuşan kişiyi keserek sözünü kesmeyiz.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Sırada beklemek de bir saygı biçimidir.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Herkese değer verdiğimizi davranışlarımızla gösteririz.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🎨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ESTETİK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Güzeli Görmek ve Yaratmak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2.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06 - 10 Ekim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"Güzeli görmek, güzeli yaratmanın ilk adımıdır."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Etrafımızdaki güzellikleri fark etmeye çalışırız.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Küçük bir emekle sıradan eşyalar özel olabilir.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Temiz ve düzenli bir ortam da estetiğin parçasıdır.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Sanat, güzeli ifade etmenin bir yoludur.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🌾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MÜTEVAZILIK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Övünmeden Paylaşmak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3.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13 - 17 Ekim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"Başarmak güzeldir, bunu alçakgönüllülükle paylaşmak daha güzeldir."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Başarılarımızıövünmeden paylaşırız.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Başkalarının emeğini de takdir ederiz.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Mütevazılık, kendimizi küçük görmek değil saygılı olmaktır.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Herkesin bir değeri olduğunu unutmayız.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Ekim Ayı Değerlerimiz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9E795"/>
                </a:solidFill>
              </a:rPr>
              <a:t>SAYGI • ESTETİK • MÜTEVAZILIK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Ekim Ayı Pano Çalışması</dc:title>
  <dc:subject>PptxGenJS Presentation</dc:subject>
  <dc:creator>ÇEDES</dc:creator>
  <cp:lastModifiedBy>ÇEDES</cp:lastModifiedBy>
  <cp:revision>1</cp:revision>
  <dcterms:created xsi:type="dcterms:W3CDTF">2026-07-02T09:06:59Z</dcterms:created>
  <dcterms:modified xsi:type="dcterms:W3CDTF">2026-07-02T09:06:59Z</dcterms:modified>
</cp:coreProperties>
</file>