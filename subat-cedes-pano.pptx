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4572000" cy="4572000"/>
          </a:xfrm>
          <a:prstGeom prst="ellipse">
            <a:avLst/>
          </a:prstGeom>
          <a:solidFill>
            <a:srgbClr val="990011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5029200"/>
            <a:ext cx="3657600" cy="3657600"/>
          </a:xfrm>
          <a:prstGeom prst="ellipse">
            <a:avLst/>
          </a:prstGeom>
          <a:solidFill>
            <a:srgbClr val="F9E795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ÇEDES DEĞERLER PANOSU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ŞUBAT AYI  •  SEVGİ • DOSTLUK • MERHAMET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2025 - 2026 Eğitim Öğretim Yılı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💗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SEVGİ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Koşulsuz Sevgiyi Anlamak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02 - 06 Şubat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"Sevgi, koşulsuz ve içtendir."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Sevgimizi sözle ve davranışla gösteririz.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Sevgi, başarıya değil kalbe bakar.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Aile, arkadaş, doğa... sevgi her yerdedir.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Küçük bir jest bile büyük sevgi taşır.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🤝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DOSTLUK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Gerçek Bir Arkadaş Olmak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2.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09 - 13 Şubat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"Dostluk, zor anda yanında olmaktır."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Arkadaşımızın yanında zor günde de oluruz.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Alay etmeyiz, destek oluruz.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Paylaşmak dostluğu güçlendirir.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Gerçek dost, doğruyu da söyleyebilendir.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🐾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MERHAMET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74320" y="30175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Şefkat ve Yardımseverlik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8463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FFFF">
              <a:alpha val="8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846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3. HAFTA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B2B2B"/>
                </a:solidFill>
              </a:rPr>
              <a:t>16 - 20 Şubat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7200"/>
            <a:ext cx="7498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"Merhamet, çaresize uzanan şefkatli bir eldir."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06240" y="1828800"/>
            <a:ext cx="749808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Zayıf ve çaresiz olana yardım ederiz.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Hayvanlara da şefkatle davranırız.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Küçük bir iyilik bile büyük fark yaratır.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B2B2B"/>
                </a:solidFill>
              </a:rPr>
              <a:t>Merhamet, kalbi büyüten bir değerdir.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Şubat Ayı Değerlerimiz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9E795"/>
                </a:solidFill>
              </a:rPr>
              <a:t>SEVGİ • DOSTLUK • MERHAMET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Şubat Ayı Pano Çalışması</dc:title>
  <dc:subject>PptxGenJS Presentation</dc:subject>
  <dc:creator>ÇEDES</dc:creator>
  <cp:lastModifiedBy>ÇEDES</cp:lastModifiedBy>
  <cp:revision>1</cp:revision>
  <dcterms:created xsi:type="dcterms:W3CDTF">2026-07-02T09:06:59Z</dcterms:created>
  <dcterms:modified xsi:type="dcterms:W3CDTF">2026-07-02T09:06:59Z</dcterms:modified>
</cp:coreProperties>
</file>