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371600"/>
            <a:ext cx="4572000" cy="4572000"/>
          </a:xfrm>
          <a:prstGeom prst="ellipse">
            <a:avLst/>
          </a:prstGeom>
          <a:solidFill>
            <a:srgbClr val="B85042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5029200"/>
            <a:ext cx="3657600" cy="3657600"/>
          </a:xfrm>
          <a:prstGeom prst="ellipse">
            <a:avLst/>
          </a:prstGeom>
          <a:solidFill>
            <a:srgbClr val="F9E795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19456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ÇEDES DEĞERLER PANOSU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 AYI  •  TASARRUF • DUYARLILIK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39319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</a:rPr>
              <a:t>2025 - 2026 Eğitim Öğretim Yılı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dirty="0">
                <a:solidFill>
                  <a:srgbClr val="000000"/>
                </a:solidFill>
              </a:rPr>
              <a:t>💧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274320" y="21945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TASARRUF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74320" y="301752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</a:rPr>
              <a:t>Kaynakları Bilinçli Kullanmak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48463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FFFF">
              <a:alpha val="8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484632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B2B"/>
                </a:solidFill>
              </a:rPr>
              <a:t>1. HAFTA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2B2B2B"/>
                </a:solidFill>
              </a:rPr>
              <a:t>06 - 10 Nisan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206240" y="457200"/>
            <a:ext cx="7498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"Tasarruf, kaynaklarımıza gösterdiğimiz saygıdır."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206240" y="1828800"/>
            <a:ext cx="749808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Suyu ve elektriği gereksiz yere kullanmayız.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Eşyalarımıza özen gösterip uzun ömürlü kullanırız.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Kağıdı israf etmeden kullanırız.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Küçük tasarruflar büyük fark yaratır.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dirty="0">
                <a:solidFill>
                  <a:srgbClr val="000000"/>
                </a:solidFill>
              </a:rPr>
              <a:t>🌍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274320" y="21945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DUYARLILIK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74320" y="301752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</a:rPr>
              <a:t>Çevreye ve İnsanlara Duyarlı Olmak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48463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FFFF">
              <a:alpha val="8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484632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B2B"/>
                </a:solidFill>
              </a:rPr>
              <a:t>2. HAFTA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2B2B2B"/>
                </a:solidFill>
              </a:rPr>
              <a:t>13 - 17 Nisan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206240" y="457200"/>
            <a:ext cx="7498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"Duyarlılık, fark ettiğimizde harekete geçmektir."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206240" y="1828800"/>
            <a:ext cx="749808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Çevremizdeki soruna kayıtsız kalmayız.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Doğaya ve canlılara zarar vermemeye özen gösteririz.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Yardıma ihtiyacı olanı fark ederiz.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Küçük bir adım, büyük bir değişimin başlangıcıdır.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Nisan Ayı Değerlerimiz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29184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9E795"/>
                </a:solidFill>
              </a:rPr>
              <a:t>TASARRUF • DUYARLILIK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Nisan Ayı Pano Çalışması</dc:title>
  <dc:subject>PptxGenJS Presentation</dc:subject>
  <dc:creator>ÇEDES</dc:creator>
  <cp:lastModifiedBy>ÇEDES</cp:lastModifiedBy>
  <cp:revision>1</cp:revision>
  <dcterms:created xsi:type="dcterms:W3CDTF">2026-07-02T09:06:59Z</dcterms:created>
  <dcterms:modified xsi:type="dcterms:W3CDTF">2026-07-02T09:06:59Z</dcterms:modified>
</cp:coreProperties>
</file>