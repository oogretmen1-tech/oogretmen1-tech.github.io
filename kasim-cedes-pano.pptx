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KASIM AYI  •  ADALET • DÜRÜSTLÜK • ÖZGÜRLÜK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⚖️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ADALET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Herkese Hakkı Kadar Davranmak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03 - 07 Kasım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"Adalet, herkese hakkı olanı vermektir."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Paylaşırken kimseyi kayırmayız.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Kurallar herkes için aynıdır.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Haksızlığa uğrayanın yanında oluruz.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Adalet, güven duygusunu güçlendirir.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🤥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DÜRÜSTLÜK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Doğruyu Söylemenin Değeri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10 - 14 Kasım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"Doğruyu söylemek cesaret ister, ama içimizi rahatlatır."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Hata yapmak insanlıktır, önemli olan doğruyu söylemektir.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Yalan, küçük görünse de güveni zedeler.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Dürüst insanlara herkes güvenir.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Söz verdiğimizde tutarız.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🕊️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ÖZGÜRLÜK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Hakların ve Sınırların Dengesi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3.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17 - 21 Kasım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"Özgürlüğüm, başkasının özgürlüğüne saygı ile sınırlıdır."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Herkesin düşüncesini söyleme hakkı vardır.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Özgürlük, kurallarla birlikte anlamlıdır.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Başkalarının hakkına saygı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Seçim yapabilmek büyük bir değerdir.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Kasım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ADALET • DÜRÜSTLÜK • ÖZGÜRLÜK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Kasım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