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4572000" cy="4572000"/>
          </a:xfrm>
          <a:prstGeom prst="ellipse">
            <a:avLst/>
          </a:prstGeom>
          <a:solidFill>
            <a:srgbClr val="2C5F2D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029200"/>
            <a:ext cx="3657600" cy="3657600"/>
          </a:xfrm>
          <a:prstGeom prst="ellipse">
            <a:avLst/>
          </a:prstGeom>
          <a:solidFill>
            <a:srgbClr val="F9E795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ÇEDES DEĞERLER PANOSU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 AYI  •  VATANSEVERLİK • YARDIMSEVERLİK • ÇALIŞKANLIK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2025 - 2026 Eğitim Öğretim Yılı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🇹🇷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VATANSEVERLİK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Bayrağımız ve Vatanımız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02 - 06 Mart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"Vatan sevgisi, ona sahip çıkmakla gösterilir."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Bayrağımıza ve marşımıza saygı gösteririz.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Vatanımızı temiz ve güzel tutmaya özen gösteririz.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Tarihimizi ve değerlerimizi öğrenmeye çalışırız.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Birlik ve beraberliğe önem veririz.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🤲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YARDIMSEVERLİK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Elimizi Uzatmak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2.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09 - 13 Mart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"Yardımseverlik, karşılık beklemeden elini uzatmaktır."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İhtiyacı olana elimizden geldiğince yardım ederiz.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Küçük bir yardım bile büyük mutluluk verir.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Yardım ederken karşılık beklemeyiz.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Birlikte olmak zorlukları kolaylaştırır.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🐜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ÇALIŞKANLIK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Emek ve Gayretin Değeri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3.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16 - 20 Mart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"Bugünün emeği, yarının güvencesidir."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Görevlerimizi ertelemeden yaparız.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Düzenli çalışmak başarıyı getirir.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Küçük adımlar büyük hedeflere ulaştırır.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Emek vermeden sonuç beklemeyiz.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 Ayı Değerlerimiz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9E795"/>
                </a:solidFill>
              </a:rPr>
              <a:t>VATANSEVERLİK • YARDIMSEVERLİK • ÇALIŞKANLIK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Mart Ayı Pano Çalışması</dc:title>
  <dc:subject>PptxGenJS Presentation</dc:subject>
  <dc:creator>ÇEDES</dc:creator>
  <cp:lastModifiedBy>ÇEDES</cp:lastModifiedBy>
  <cp:revision>1</cp:revision>
  <dcterms:created xsi:type="dcterms:W3CDTF">2026-07-02T09:06:59Z</dcterms:created>
  <dcterms:modified xsi:type="dcterms:W3CDTF">2026-07-02T09:06:59Z</dcterms:modified>
</cp:coreProperties>
</file>