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71600"/>
            <a:ext cx="4572000" cy="4572000"/>
          </a:xfrm>
          <a:prstGeom prst="ellipse">
            <a:avLst/>
          </a:prstGeom>
          <a:solidFill>
            <a:srgbClr val="1E2761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5029200"/>
            <a:ext cx="3657600" cy="3657600"/>
          </a:xfrm>
          <a:prstGeom prst="ellipse">
            <a:avLst/>
          </a:prstGeom>
          <a:solidFill>
            <a:srgbClr val="F9E795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19456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ÇEDES DEĞERLER PANOSU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OCAK AYI  •  SABIR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2025 - 2026 Eğitim Öğretim Yılı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🌱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274320" y="21945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SABIR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30175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Beklemeyi Öğrenmek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48463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FFFF">
              <a:alpha val="8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8463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1. HAFTA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05 - 09 Ocak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06240" y="457200"/>
            <a:ext cx="7498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"Güzel şeyler zaman ister; sabırla beklemeyi öğreniyoruz."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06240" y="1828800"/>
            <a:ext cx="749808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Sırf bekleme değil, sakin kalmayı da öğreniriz.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Zorlandığımızda hemen pes etmeyiz.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Emek ve zaman güzel sonuçlar getirir.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Sabır, öfkelenmeden beklemektir.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👟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274320" y="21945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SABIR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30175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Zorluklar Karşısında Sakin Kalmak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48463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FFFF">
              <a:alpha val="8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8463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2. HAFTA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12 - 16 Ocak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06240" y="457200"/>
            <a:ext cx="7498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"Sabır, başarana kadar durmadan denemektir."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06240" y="1828800"/>
            <a:ext cx="749808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Zorlandığımızda derin nefes alırız.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Hemen pes etmeyiz, tekrar deneriz.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Herkesin öğrenme hızı farklıdır.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Sabırlı olmak bizi güçlü kılar.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Ocak Ayı Değerlerimiz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9E795"/>
                </a:solidFill>
              </a:rPr>
              <a:t>SABIR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Ocak Ayı Pano Çalışması</dc:title>
  <dc:subject>PptxGenJS Presentation</dc:subject>
  <dc:creator>ÇEDES</dc:creator>
  <cp:lastModifiedBy>ÇEDES</cp:lastModifiedBy>
  <cp:revision>1</cp:revision>
  <dcterms:created xsi:type="dcterms:W3CDTF">2026-07-02T09:06:59Z</dcterms:created>
  <dcterms:modified xsi:type="dcterms:W3CDTF">2026-07-02T09:06:59Z</dcterms:modified>
</cp:coreProperties>
</file>