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6D2E4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ARALIK AYI  •  SORUMLULUK • TEMİZLİK • SAĞLIKLI YAŞAM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🌿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SORUMLULUK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Üzerimize Düşeni Yapmak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01 - 05 Aralık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"Küçük bir görev, büyük bir güven demektir."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Üzerimize düşeni zamanında yaparız.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Unuttuğumuzda telafi etmeye çalışırız.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Sorumluluk almak güven kazandırır.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Ortak eşyalara özen göstermek de sorumluluktur.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🧼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TEMİZLİK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Kişisel ve Çevresel Temizlik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08 - 12 Aralık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"Temizlik, kendimize ve çevremize gösterdiğimiz saygıdır."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Ellerimizi düzenli yıkarız.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Kullandığımız alanı temiz bırakırız.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Çöpümüzü çöp kutusuna atarız.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Temizlik hem sağlık hem saygı demektir.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🍎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SAĞLIKLI YAŞAM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Beslenme, Hareket ve Uyku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3.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15 - 19 Aralık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"Sağlıklı yaşam, güçlü ve mutlu olmanın anahtarıdır."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Kahvaltımızı asla atlamayız.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Her gün biraz hareket ederiz.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Yeterince ve düzenli uyuruz.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Suyu unutmadan içeriz.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45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Aralık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SORUMLULUK • TEMİZLİK • SAĞLIKLI YAŞAM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Aralık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