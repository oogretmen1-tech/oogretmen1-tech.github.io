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080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84B59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MAYIS AYI  •  AİLE BÜTÜNLÜĞÜ • MAHREMİYET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84B59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🏡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AİLE BÜTÜNLÜĞÜ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Ailece Birlik Olmak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04 - 08 Mayıs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5080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"Küçük anlar, aileyi birbirine bağlayan en güçlü iplerdir."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Ailemizle birlikte vakit geçirmeye özen gösteririz.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Birbirimizi dinler, destek oluruz.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Aile içi görevleri paylaşırız.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Sevgi ve saygı aileyi güçlü kılar.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84B59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🔒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MAHREMİYET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Kendine ve Başkalarına Ait Sınırlar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11 - 15 Mayıs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5080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"Herkesin özel alanına saygı göstermek, mahremiyete değer vermektir."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Başkasının eşyasını izinsiz kullanmayız.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Kapalı kapıyı çalmadan açmayız.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Vücudumuz bize aittir, sınırlarımızı biliriz.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Rahatsız eden bir duruma 'hayır' diyebiliriz.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5080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Mayıs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AİLE BÜTÜNLÜĞÜ • MAHREMİYET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Mayıs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