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4D9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 Kelimeler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Sınıf Türkçe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Yazılışı farklı, anlamı aynı ya da çok yakın olan kelimelere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“eş anlamlı (anlamdaş) kelimeler” denir.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6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Örnek:  okul  ➜  mektep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 Kelimeler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607040" y="320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08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D96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807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zeki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826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8C9B0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arkadaş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525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8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741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C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FF9F43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cevap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243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yanıt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262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177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hızlı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2961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961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77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çabuk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 Kelimeler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607040" y="320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08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D96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şehir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807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826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8C9B0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ülke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525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8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741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C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yurt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FF9F43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243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tabiat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262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177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2961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961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77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ulus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 Kelimeler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607040" y="320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08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D96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güzel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807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hoş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826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8C9B0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mutlu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525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8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741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C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sevinçli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FF9F43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yardım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243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destek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262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177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üzgün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2961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961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77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kederli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 Kelimeler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607040" y="320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08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D96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807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/>
        </p:spPr>
      </p:sp>
      <p:sp>
        <p:nvSpPr>
          <p:cNvPr id="7" name="Text 5"/>
          <p:cNvSpPr/>
          <p:nvPr/>
        </p:nvSpPr>
        <p:spPr>
          <a:xfrm>
            <a:off x="13807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23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9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hudut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826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48C9B0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525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8C9B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741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C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hakikat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544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FF9F43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cesur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243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yiğit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26296" y="1737360"/>
            <a:ext cx="2651760" cy="329184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3175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17736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korku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296144" y="301752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77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96144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77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7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dehşet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Harika iş çıkardın! 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Şimdi Dijital Öğretmen sitesindeki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9F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interaktif alıştırmayla kendini test et!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2026-08-09T14:07:52Z</dcterms:created>
  <dcterms:modified xsi:type="dcterms:W3CDTF">2026-08-09T14:07:52Z</dcterms:modified>
</cp:coreProperties>
</file>